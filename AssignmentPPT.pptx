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373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20" dirty="0">
                <a:solidFill>
                  <a:srgbClr val="C4A3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 QUESTION FOR OUR CREDIT TEAM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6665789" cy="272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Should we judge a loan</a:t>
            </a:r>
            <a:endParaRPr lang="en-US" sz="3600" dirty="0"/>
          </a:p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by how much someone earns,</a:t>
            </a:r>
            <a:endParaRPr lang="en-US" sz="3600" dirty="0"/>
          </a:p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or by their credit history?</a:t>
            </a:r>
            <a:endParaRPr lang="en-US" sz="3600" dirty="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448230AF-7066-A5E9-EC5F-8839B5339CD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95944" y="423049"/>
            <a:ext cx="5212080" cy="62544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80" dirty="0">
                <a:solidFill>
                  <a:srgbClr val="1F4E7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WHAT THIS 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1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Our data team cleaned 981 loan applications.</a:t>
            </a:r>
            <a:endParaRPr lang="en-US" sz="2400" dirty="0"/>
          </a:p>
        </p:txBody>
      </p:sp>
      <p:pic>
        <p:nvPicPr>
          <p:cNvPr id="5" name="Image 0" descr="/tmp/ppt_figs/01_cr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808744"/>
            <a:ext cx="6884592" cy="40634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78308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0" y="194767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754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863840" y="256946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Good credit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26680" y="320040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0" y="336499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79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863840" y="398678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Missing credit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726680" y="461772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8C3B3B"/>
          </a:solidFill>
          <a:ln w="12700">
            <a:solidFill>
              <a:srgbClr val="8C3B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0" y="478231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148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863840" y="540410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Bad credit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80" dirty="0">
                <a:solidFill>
                  <a:srgbClr val="1F4E7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WHAT WE SAW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1B1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Credit history splits the file. Income does not.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4840" y="136245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0515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1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Most applications already have good credit.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4840" y="22940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210312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1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That same pattern appears in every group; education, area, dependents, gender.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4840" y="3351556"/>
            <a:ext cx="640080" cy="26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315468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B1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On the scatter, Good, Bad and Missing sit in one cloud. A bigger salary does not mark a safer file.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32120" y="1024128"/>
            <a:ext cx="621792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6D3CD"/>
            </a:solidFill>
            <a:prstDash val="solid"/>
          </a:ln>
        </p:spPr>
      </p:sp>
      <p:pic>
        <p:nvPicPr>
          <p:cNvPr id="11" name="Image 0" descr="/tmp/ppt_figs/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207008"/>
            <a:ext cx="5852160" cy="3977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15000" y="528523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Income and loan size mix together. Colour — not position — is the signal.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80" dirty="0">
                <a:solidFill>
                  <a:srgbClr val="1F4E79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WHAT WE SHOULD 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1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Sort every new file by credit history.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657600" cy="4160520"/>
          </a:xfrm>
          <a:prstGeom prst="roundRect">
            <a:avLst>
              <a:gd name="adj" fmla="val 2500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FAST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754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Good credit.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Move it today.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43400" y="1143000"/>
            <a:ext cx="3657600" cy="4160520"/>
          </a:xfrm>
          <a:prstGeom prst="roundRect">
            <a:avLst>
              <a:gd name="adj" fmla="val 2500"/>
            </a:avLst>
          </a:prstGeom>
          <a:solidFill>
            <a:srgbClr val="C4A35A"/>
          </a:solidFill>
          <a:ln w="12700">
            <a:solidFill>
              <a:srgbClr val="C4A3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HOLD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43400" y="18745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79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617720" y="3246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Missing credit.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Find the record.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83880" y="1143000"/>
            <a:ext cx="3657600" cy="4160520"/>
          </a:xfrm>
          <a:prstGeom prst="roundRect">
            <a:avLst>
              <a:gd name="adj" fmla="val 2500"/>
            </a:avLst>
          </a:prstGeom>
          <a:solidFill>
            <a:srgbClr val="8C3B3B"/>
          </a:solidFill>
          <a:ln w="12700">
            <a:solidFill>
              <a:srgbClr val="8C3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5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CHECK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83880" y="187452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148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458200" y="32461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Bad credit.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 senior officer looks.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166</Words>
  <Application>Microsoft Office PowerPoint</Application>
  <PresentationFormat>Widescreen</PresentationFormat>
  <Paragraphs>39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should we sort our loan files?</dc:title>
  <dc:subject>PptxGenJS Presentation</dc:subject>
  <dc:creator>Data Analysis Team</dc:creator>
  <cp:lastModifiedBy>Mahi Abdulrasak</cp:lastModifiedBy>
  <cp:revision>2</cp:revision>
  <dcterms:created xsi:type="dcterms:W3CDTF">2026-09-16T06:38:33Z</dcterms:created>
  <dcterms:modified xsi:type="dcterms:W3CDTF">2026-09-16T06:56:06Z</dcterms:modified>
</cp:coreProperties>
</file>